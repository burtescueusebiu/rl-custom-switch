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99517F-165C-4A87-89DF-EEC7E83266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06ED9C7-523A-45D4-97B1-D34818BA70F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2057400" y="914400"/>
            <a:ext cx="16002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00000"/>
                </a:solidFill>
                <a:latin typeface="Arial"/>
              </a:rPr>
              <a:t>Se trimit PPDUs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- cu root ul acelasi switch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057400" y="914400"/>
            <a:ext cx="1600200" cy="4572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28600" y="457200"/>
            <a:ext cx="160020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Stare initiala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 toate porturile FORWARDING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 toate switch urile cred ca sunt root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28600" y="398880"/>
            <a:ext cx="1600200" cy="972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343400" y="398880"/>
            <a:ext cx="1600200" cy="972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7772400" y="398880"/>
            <a:ext cx="1600200" cy="972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343400" y="457200"/>
            <a:ext cx="1600200" cy="9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Se primeste PPDU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-se verifica root ul din ppd ul primit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172200" y="914400"/>
            <a:ext cx="1371600" cy="685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172200" y="942480"/>
            <a:ext cx="1371600" cy="65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Daca rootul primit e mai “bun” (root id,root_cost,bridge_id)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772400" y="398880"/>
            <a:ext cx="1600200" cy="97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 updateaza root ul nou si root costul nou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458200" y="1371600"/>
            <a:ext cx="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943600" y="914400"/>
            <a:ext cx="18288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828800" y="685800"/>
            <a:ext cx="25146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772400" y="1828800"/>
            <a:ext cx="1600200" cy="914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343400" y="2227680"/>
            <a:ext cx="1600200" cy="972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772400" y="1828800"/>
            <a:ext cx="16002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Se modifica porturile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458200" y="2743200"/>
            <a:ext cx="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772400" y="3657600"/>
            <a:ext cx="1600200" cy="972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772400" y="3657600"/>
            <a:ext cx="1600200" cy="97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Cel prin care a primit noul root Forwarding, restul blocked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029200" y="1371600"/>
            <a:ext cx="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343400" y="2227680"/>
            <a:ext cx="16002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 fac toate portuirle Forwarding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4114800" y="1600200"/>
            <a:ext cx="914400" cy="4572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114800" y="16002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Daca chiar el e root ul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2025-11-17T22:38:49Z</dcterms:created>
  <dc:creator/>
  <dc:description/>
  <dc:language>en-US</dc:language>
  <cp:lastModifiedBy/>
  <dcterms:modified xsi:type="dcterms:W3CDTF">2025-11-17T23:09:42Z</dcterms:modified>
  <cp:revision>1</cp:revision>
  <dc:subject/>
  <dc:title/>
</cp:coreProperties>
</file>